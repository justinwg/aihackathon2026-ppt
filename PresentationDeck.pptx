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2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80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16781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600" y="916781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2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4950" y="914400"/>
            <a:ext cx="106806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Maverx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838956" y="957263"/>
            <a:ext cx="459219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Hackathon Haarlem · 01 / 03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0600" y="2754064"/>
            <a:ext cx="14716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155F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MAVERX CHALLENGE · TIER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430339"/>
            <a:ext cx="14716125" cy="197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800" b="1" kern="0" spc="-195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Training Builder.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990600" y="5752802"/>
            <a:ext cx="11576685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300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in. A complete, editable training deck in Maverx house style out. Speaker notes, pre-bite and post-bite included.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0600" y="8201025"/>
            <a:ext cx="16306800" cy="9525"/>
          </a:xfrm>
          <a:prstGeom prst="rect">
            <a:avLst/>
          </a:prstGeom>
          <a:solidFill>
            <a:srgbClr val="E0E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16650" y="8553450"/>
            <a:ext cx="9525" cy="933450"/>
          </a:xfrm>
          <a:prstGeom prst="rect">
            <a:avLst/>
          </a:prstGeom>
          <a:solidFill>
            <a:srgbClr val="E0E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0600" y="8553450"/>
            <a:ext cx="558883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 min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90600" y="9201150"/>
            <a:ext cx="55888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a finished, on-brand deck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852225" y="8553450"/>
            <a:ext cx="9525" cy="933450"/>
          </a:xfrm>
          <a:prstGeom prst="rect">
            <a:avLst/>
          </a:prstGeom>
          <a:solidFill>
            <a:srgbClr val="E0E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59575" y="8553450"/>
            <a:ext cx="50394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959575" y="9201150"/>
            <a:ext cx="50394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intake before anything is generated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95150" y="8553450"/>
            <a:ext cx="50493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84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editable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826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155F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62075"/>
            <a:ext cx="8265940" cy="698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100" b="1" kern="0" spc="-102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to deck in three steps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6257091" y="1328068"/>
            <a:ext cx="111650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03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0600" y="2632323"/>
            <a:ext cx="512772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78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Intake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0600" y="3122861"/>
            <a:ext cx="5127726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47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before it builds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90600" y="4172396"/>
            <a:ext cx="5127726" cy="1845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targeted questions set the topic, audience, level, duration and objective. Vague answers get a follow-up question. The system refuses to generate until intake is complete.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883375" y="2632323"/>
            <a:ext cx="46568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78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Structure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883375" y="3122861"/>
            <a:ext cx="4656810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47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Maverx didactic arc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6883375" y="4172396"/>
            <a:ext cx="4656810" cy="1122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count is derived from duration and timing is auto-distributed across every block, so a trainer can run to the clock.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318950" y="2632323"/>
            <a:ext cx="465688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78" dirty="0">
                <a:solidFill>
                  <a:srgbClr val="1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Assembly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318950" y="3122861"/>
            <a:ext cx="4656887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47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Injected into the real master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12318950" y="4172396"/>
            <a:ext cx="4656887" cy="1122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6000"/>
              </a:lnSpc>
              <a:buNone/>
            </a:pPr>
            <a:r>
              <a:rPr lang="en-US" sz="1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flows into the actual Maverx master layouts so house style comes for free and the file opens cleanly in PowerPoint.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914400"/>
            <a:ext cx="430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155F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&amp; WHAT'S 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62075"/>
            <a:ext cx="4303470" cy="698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100" b="1" kern="0" spc="-102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tried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6257091" y="1328068"/>
            <a:ext cx="111650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8A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03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90600" y="2613273"/>
            <a:ext cx="285750" cy="285750"/>
          </a:xfrm>
          <a:prstGeom prst="ellipse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2679948"/>
            <a:ext cx="152400" cy="152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9250" y="2556123"/>
            <a:ext cx="85503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kern="0" spc="-23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/ Cowork with Powerpoint skill</a:t>
            </a:r>
            <a:endParaRPr lang="en-US" sz="2325" dirty="0"/>
          </a:p>
        </p:txBody>
      </p:sp>
      <p:sp>
        <p:nvSpPr>
          <p:cNvPr id="8" name="Text 5"/>
          <p:cNvSpPr/>
          <p:nvPr/>
        </p:nvSpPr>
        <p:spPr>
          <a:xfrm>
            <a:off x="1619250" y="2957066"/>
            <a:ext cx="855037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used the Claude Agent SDK with the PPTX skill, which worked fine, but didn't follow the style guide exaclty. Also, very costly.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990600" y="3993356"/>
            <a:ext cx="285750" cy="285750"/>
          </a:xfrm>
          <a:prstGeom prst="ellipse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4060031"/>
            <a:ext cx="152400" cy="152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19250" y="3936206"/>
            <a:ext cx="85503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kern="0" spc="-23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python-pptx into the real master</a:t>
            </a:r>
            <a:endParaRPr lang="en-US" sz="2325" dirty="0"/>
          </a:p>
        </p:txBody>
      </p:sp>
      <p:sp>
        <p:nvSpPr>
          <p:cNvPr id="12" name="Text 8"/>
          <p:cNvSpPr/>
          <p:nvPr/>
        </p:nvSpPr>
        <p:spPr>
          <a:xfrm>
            <a:off x="1619250" y="4337149"/>
            <a:ext cx="855037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Injecting generated text into the master's own layouts kept house style intact and the file fully editable, far cheaper and more reliable.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990600" y="5373439"/>
            <a:ext cx="285750" cy="285750"/>
          </a:xfrm>
          <a:prstGeom prst="ellipse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5440114"/>
            <a:ext cx="152400" cy="152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19250" y="5316289"/>
            <a:ext cx="855037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25" b="1" kern="0" spc="-23" dirty="0">
                <a:solidFill>
                  <a:srgbClr val="141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Template-agnostic engine</a:t>
            </a:r>
            <a:endParaRPr lang="en-US" sz="2325" dirty="0"/>
          </a:p>
        </p:txBody>
      </p:sp>
      <p:sp>
        <p:nvSpPr>
          <p:cNvPr id="16" name="Text 11"/>
          <p:cNvSpPr/>
          <p:nvPr/>
        </p:nvSpPr>
        <p:spPr>
          <a:xfrm>
            <a:off x="1619250" y="5717232"/>
            <a:ext cx="855037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master file and any brand's house style just works — the pipeline uses whatever layouts it finds. No code changes.</a:t>
            </a:r>
            <a:endParaRPr lang="en-US" sz="1950" dirty="0"/>
          </a:p>
        </p:txBody>
      </p:sp>
      <p:sp>
        <p:nvSpPr>
          <p:cNvPr id="17" name="Shape 12"/>
          <p:cNvSpPr/>
          <p:nvPr/>
        </p:nvSpPr>
        <p:spPr>
          <a:xfrm>
            <a:off x="10682585" y="2556123"/>
            <a:ext cx="6614815" cy="6930777"/>
          </a:xfrm>
          <a:prstGeom prst="roundRect">
            <a:avLst>
              <a:gd name="adj" fmla="val 2592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1101685" y="3013323"/>
            <a:ext cx="59499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7FD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1101685" y="3460998"/>
            <a:ext cx="594991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EE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11101685" y="4232523"/>
            <a:ext cx="4000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FD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21" name="Text 16"/>
          <p:cNvSpPr/>
          <p:nvPr/>
        </p:nvSpPr>
        <p:spPr>
          <a:xfrm>
            <a:off x="11558885" y="4232523"/>
            <a:ext cx="5478997" cy="716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tracks </a:t>
            </a:r>
            <a:r>
              <a:rPr lang="en-US" sz="1950" dirty="0">
                <a:solidFill>
                  <a:srgbClr val="D4D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Essentials → Advanced → Expert that build on each other.</a:t>
            </a:r>
            <a:endParaRPr lang="en-US" sz="1950" dirty="0"/>
          </a:p>
        </p:txBody>
      </p:sp>
      <p:sp>
        <p:nvSpPr>
          <p:cNvPr id="22" name="Text 17"/>
          <p:cNvSpPr/>
          <p:nvPr/>
        </p:nvSpPr>
        <p:spPr>
          <a:xfrm>
            <a:off x="11101685" y="5082332"/>
            <a:ext cx="4000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FD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23" name="Text 18"/>
          <p:cNvSpPr/>
          <p:nvPr/>
        </p:nvSpPr>
        <p:spPr>
          <a:xfrm>
            <a:off x="11558885" y="5082332"/>
            <a:ext cx="5478997" cy="716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In-session exercises </a:t>
            </a:r>
            <a:r>
              <a:rPr lang="en-US" sz="1950" dirty="0">
                <a:solidFill>
                  <a:srgbClr val="D4D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generated handouts, model answers and adjustable datasets.</a:t>
            </a:r>
            <a:endParaRPr lang="en-US" sz="1950" dirty="0"/>
          </a:p>
        </p:txBody>
      </p:sp>
      <p:sp>
        <p:nvSpPr>
          <p:cNvPr id="24" name="Text 19"/>
          <p:cNvSpPr/>
          <p:nvPr/>
        </p:nvSpPr>
        <p:spPr>
          <a:xfrm>
            <a:off x="11101685" y="5932140"/>
            <a:ext cx="4000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FD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25" name="Text 20"/>
          <p:cNvSpPr/>
          <p:nvPr/>
        </p:nvSpPr>
        <p:spPr>
          <a:xfrm>
            <a:off x="11558885" y="5932140"/>
            <a:ext cx="5478997" cy="716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deploy </a:t>
            </a:r>
            <a:r>
              <a:rPr lang="en-US" sz="1950" dirty="0">
                <a:solidFill>
                  <a:srgbClr val="D4D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production-ready for Maverx with minimal extra work.</a:t>
            </a:r>
            <a:endParaRPr lang="en-US" sz="1950" dirty="0"/>
          </a:p>
        </p:txBody>
      </p:sp>
      <p:sp>
        <p:nvSpPr>
          <p:cNvPr id="26" name="Text 21"/>
          <p:cNvSpPr/>
          <p:nvPr/>
        </p:nvSpPr>
        <p:spPr>
          <a:xfrm>
            <a:off x="11101685" y="6781949"/>
            <a:ext cx="4000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FD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27" name="Text 22"/>
          <p:cNvSpPr/>
          <p:nvPr/>
        </p:nvSpPr>
        <p:spPr>
          <a:xfrm>
            <a:off x="11558885" y="6781949"/>
            <a:ext cx="5478997" cy="716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slide layouts </a:t>
            </a:r>
            <a:r>
              <a:rPr lang="en-US" sz="1950" dirty="0">
                <a:solidFill>
                  <a:srgbClr val="D4D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pick the right master layout per block, not one shape for all.</a:t>
            </a:r>
            <a:endParaRPr lang="en-US" sz="1950" dirty="0"/>
          </a:p>
        </p:txBody>
      </p:sp>
      <p:sp>
        <p:nvSpPr>
          <p:cNvPr id="28" name="Text 23"/>
          <p:cNvSpPr/>
          <p:nvPr/>
        </p:nvSpPr>
        <p:spPr>
          <a:xfrm>
            <a:off x="11101685" y="7631757"/>
            <a:ext cx="4000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FD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9" name="Text 24"/>
          <p:cNvSpPr/>
          <p:nvPr/>
        </p:nvSpPr>
        <p:spPr>
          <a:xfrm>
            <a:off x="11558885" y="7631757"/>
            <a:ext cx="5478997" cy="716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formatting </a:t>
            </a:r>
            <a:r>
              <a:rPr lang="en-US" sz="1950" dirty="0">
                <a:solidFill>
                  <a:srgbClr val="D4D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richer tables, callouts and visuals across every slide.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04431D-1302-4FF0-324A-A32889AD2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644" y="1491154"/>
            <a:ext cx="7679795" cy="799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97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357</Words>
  <Application>Microsoft Macintosh PowerPoint</Application>
  <PresentationFormat>Custom</PresentationFormat>
  <Paragraphs>47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Justin Gold</cp:lastModifiedBy>
  <cp:revision>4</cp:revision>
  <dcterms:created xsi:type="dcterms:W3CDTF">2026-06-06T15:30:54Z</dcterms:created>
  <dcterms:modified xsi:type="dcterms:W3CDTF">2026-06-06T15:54:25Z</dcterms:modified>
</cp:coreProperties>
</file>